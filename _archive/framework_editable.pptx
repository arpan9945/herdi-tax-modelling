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98E91E-46BE-4CA4-12C8-0E4A8CEDDD9C}" v="1" dt="2026-03-23T11:51:40.5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24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hanshyam Gautam" userId="S::ghanshyam.gautam@herdint.com::72b189c9-f370-47be-9786-1848d057d5d3" providerId="AD" clId="Web-{8098E91E-46BE-4CA4-12C8-0E4A8CEDDD9C}"/>
    <pc:docChg chg="modSld">
      <pc:chgData name="Ghanshyam Gautam" userId="S::ghanshyam.gautam@herdint.com::72b189c9-f370-47be-9786-1848d057d5d3" providerId="AD" clId="Web-{8098E91E-46BE-4CA4-12C8-0E4A8CEDDD9C}" dt="2026-03-23T11:51:40.568" v="0" actId="14100"/>
      <pc:docMkLst>
        <pc:docMk/>
      </pc:docMkLst>
      <pc:sldChg chg="modSp">
        <pc:chgData name="Ghanshyam Gautam" userId="S::ghanshyam.gautam@herdint.com::72b189c9-f370-47be-9786-1848d057d5d3" providerId="AD" clId="Web-{8098E91E-46BE-4CA4-12C8-0E4A8CEDDD9C}" dt="2026-03-23T11:51:40.568" v="0" actId="14100"/>
        <pc:sldMkLst>
          <pc:docMk/>
          <pc:sldMk cId="0" sldId="256"/>
        </pc:sldMkLst>
        <pc:spChg chg="mod">
          <ac:chgData name="Ghanshyam Gautam" userId="S::ghanshyam.gautam@herdint.com::72b189c9-f370-47be-9786-1848d057d5d3" providerId="AD" clId="Web-{8098E91E-46BE-4CA4-12C8-0E4A8CEDDD9C}" dt="2026-03-23T11:51:40.568" v="0" actId="14100"/>
          <ac:spMkLst>
            <pc:docMk/>
            <pc:sldMk cId="0" sldId="256"/>
            <ac:spMk id="41" creationId="{00000000-0000-0000-0000-000000000000}"/>
          </ac:spMkLst>
        </pc:spChg>
      </pc:sldChg>
    </pc:docChg>
  </pc:docChgLst>
  <pc:docChgLst>
    <pc:chgData name="Arpan Acharya" userId="df9cddfc-01a3-46a2-9ea4-f8892dc1bb80" providerId="ADAL" clId="{E23148B1-04F4-462C-8E34-22C0E19B29CD}"/>
    <pc:docChg chg="undo custSel modSld">
      <pc:chgData name="Arpan Acharya" userId="df9cddfc-01a3-46a2-9ea4-f8892dc1bb80" providerId="ADAL" clId="{E23148B1-04F4-462C-8E34-22C0E19B29CD}" dt="2026-03-24T04:40:18.273" v="99" actId="1076"/>
      <pc:docMkLst>
        <pc:docMk/>
      </pc:docMkLst>
      <pc:sldChg chg="delSp modSp">
        <pc:chgData name="Arpan Acharya" userId="df9cddfc-01a3-46a2-9ea4-f8892dc1bb80" providerId="ADAL" clId="{E23148B1-04F4-462C-8E34-22C0E19B29CD}" dt="2026-03-24T04:40:18.273" v="99" actId="1076"/>
        <pc:sldMkLst>
          <pc:docMk/>
          <pc:sldMk cId="0" sldId="256"/>
        </pc:sldMkLst>
        <pc:spChg chg="mod">
          <ac:chgData name="Arpan Acharya" userId="df9cddfc-01a3-46a2-9ea4-f8892dc1bb80" providerId="ADAL" clId="{E23148B1-04F4-462C-8E34-22C0E19B29CD}" dt="2026-03-23T15:21:56.836" v="98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Arpan Acharya" userId="df9cddfc-01a3-46a2-9ea4-f8892dc1bb80" providerId="ADAL" clId="{E23148B1-04F4-462C-8E34-22C0E19B29CD}" dt="2026-03-23T15:21:51.863" v="97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Arpan Acharya" userId="df9cddfc-01a3-46a2-9ea4-f8892dc1bb80" providerId="ADAL" clId="{E23148B1-04F4-462C-8E34-22C0E19B29CD}" dt="2026-03-23T15:20:09.655" v="80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Arpan Acharya" userId="df9cddfc-01a3-46a2-9ea4-f8892dc1bb80" providerId="ADAL" clId="{E23148B1-04F4-462C-8E34-22C0E19B29CD}" dt="2026-03-23T11:37:26.382" v="22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Arpan Acharya" userId="df9cddfc-01a3-46a2-9ea4-f8892dc1bb80" providerId="ADAL" clId="{E23148B1-04F4-462C-8E34-22C0E19B29CD}" dt="2026-03-23T15:20:09.655" v="80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Arpan Acharya" userId="df9cddfc-01a3-46a2-9ea4-f8892dc1bb80" providerId="ADAL" clId="{E23148B1-04F4-462C-8E34-22C0E19B29CD}" dt="2026-03-23T15:20:29.278" v="82" actId="208"/>
          <ac:spMkLst>
            <pc:docMk/>
            <pc:sldMk cId="0" sldId="256"/>
            <ac:spMk id="12" creationId="{00000000-0000-0000-0000-000000000000}"/>
          </ac:spMkLst>
        </pc:spChg>
        <pc:spChg chg="mod">
          <ac:chgData name="Arpan Acharya" userId="df9cddfc-01a3-46a2-9ea4-f8892dc1bb80" providerId="ADAL" clId="{E23148B1-04F4-462C-8E34-22C0E19B29CD}" dt="2026-03-23T15:20:42.610" v="84" actId="208"/>
          <ac:spMkLst>
            <pc:docMk/>
            <pc:sldMk cId="0" sldId="256"/>
            <ac:spMk id="13" creationId="{00000000-0000-0000-0000-000000000000}"/>
          </ac:spMkLst>
        </pc:spChg>
        <pc:spChg chg="mod">
          <ac:chgData name="Arpan Acharya" userId="df9cddfc-01a3-46a2-9ea4-f8892dc1bb80" providerId="ADAL" clId="{E23148B1-04F4-462C-8E34-22C0E19B29CD}" dt="2026-03-23T15:21:13.410" v="90" actId="208"/>
          <ac:spMkLst>
            <pc:docMk/>
            <pc:sldMk cId="0" sldId="256"/>
            <ac:spMk id="15" creationId="{00000000-0000-0000-0000-000000000000}"/>
          </ac:spMkLst>
        </pc:spChg>
        <pc:spChg chg="mod">
          <ac:chgData name="Arpan Acharya" userId="df9cddfc-01a3-46a2-9ea4-f8892dc1bb80" providerId="ADAL" clId="{E23148B1-04F4-462C-8E34-22C0E19B29CD}" dt="2026-03-23T11:37:04.280" v="11" actId="1076"/>
          <ac:spMkLst>
            <pc:docMk/>
            <pc:sldMk cId="0" sldId="256"/>
            <ac:spMk id="16" creationId="{00000000-0000-0000-0000-000000000000}"/>
          </ac:spMkLst>
        </pc:spChg>
        <pc:spChg chg="mod">
          <ac:chgData name="Arpan Acharya" userId="df9cddfc-01a3-46a2-9ea4-f8892dc1bb80" providerId="ADAL" clId="{E23148B1-04F4-462C-8E34-22C0E19B29CD}" dt="2026-03-23T15:21:06.306" v="88" actId="208"/>
          <ac:spMkLst>
            <pc:docMk/>
            <pc:sldMk cId="0" sldId="256"/>
            <ac:spMk id="17" creationId="{00000000-0000-0000-0000-000000000000}"/>
          </ac:spMkLst>
        </pc:spChg>
        <pc:spChg chg="mod">
          <ac:chgData name="Arpan Acharya" userId="df9cddfc-01a3-46a2-9ea4-f8892dc1bb80" providerId="ADAL" clId="{E23148B1-04F4-462C-8E34-22C0E19B29CD}" dt="2026-03-23T15:20:58.446" v="86" actId="208"/>
          <ac:spMkLst>
            <pc:docMk/>
            <pc:sldMk cId="0" sldId="256"/>
            <ac:spMk id="21" creationId="{00000000-0000-0000-0000-000000000000}"/>
          </ac:spMkLst>
        </pc:spChg>
        <pc:spChg chg="mod">
          <ac:chgData name="Arpan Acharya" userId="df9cddfc-01a3-46a2-9ea4-f8892dc1bb80" providerId="ADAL" clId="{E23148B1-04F4-462C-8E34-22C0E19B29CD}" dt="2026-03-23T15:21:19.030" v="92" actId="208"/>
          <ac:spMkLst>
            <pc:docMk/>
            <pc:sldMk cId="0" sldId="256"/>
            <ac:spMk id="23" creationId="{00000000-0000-0000-0000-000000000000}"/>
          </ac:spMkLst>
        </pc:spChg>
        <pc:spChg chg="mod">
          <ac:chgData name="Arpan Acharya" userId="df9cddfc-01a3-46a2-9ea4-f8892dc1bb80" providerId="ADAL" clId="{E23148B1-04F4-462C-8E34-22C0E19B29CD}" dt="2026-03-23T15:21:24.811" v="94" actId="208"/>
          <ac:spMkLst>
            <pc:docMk/>
            <pc:sldMk cId="0" sldId="256"/>
            <ac:spMk id="25" creationId="{00000000-0000-0000-0000-000000000000}"/>
          </ac:spMkLst>
        </pc:spChg>
        <pc:spChg chg="mod">
          <ac:chgData name="Arpan Acharya" userId="df9cddfc-01a3-46a2-9ea4-f8892dc1bb80" providerId="ADAL" clId="{E23148B1-04F4-462C-8E34-22C0E19B29CD}" dt="2026-03-23T15:21:40.430" v="96" actId="208"/>
          <ac:spMkLst>
            <pc:docMk/>
            <pc:sldMk cId="0" sldId="256"/>
            <ac:spMk id="28" creationId="{00000000-0000-0000-0000-000000000000}"/>
          </ac:spMkLst>
        </pc:spChg>
        <pc:spChg chg="mod">
          <ac:chgData name="Arpan Acharya" userId="df9cddfc-01a3-46a2-9ea4-f8892dc1bb80" providerId="ADAL" clId="{E23148B1-04F4-462C-8E34-22C0E19B29CD}" dt="2026-03-23T15:19:54.848" v="77" actId="14100"/>
          <ac:spMkLst>
            <pc:docMk/>
            <pc:sldMk cId="0" sldId="256"/>
            <ac:spMk id="37" creationId="{00000000-0000-0000-0000-000000000000}"/>
          </ac:spMkLst>
        </pc:spChg>
        <pc:spChg chg="mod">
          <ac:chgData name="Arpan Acharya" userId="df9cddfc-01a3-46a2-9ea4-f8892dc1bb80" providerId="ADAL" clId="{E23148B1-04F4-462C-8E34-22C0E19B29CD}" dt="2026-03-23T15:19:32.121" v="71" actId="14100"/>
          <ac:spMkLst>
            <pc:docMk/>
            <pc:sldMk cId="0" sldId="256"/>
            <ac:spMk id="38" creationId="{00000000-0000-0000-0000-000000000000}"/>
          </ac:spMkLst>
        </pc:spChg>
        <pc:spChg chg="mod">
          <ac:chgData name="Arpan Acharya" userId="df9cddfc-01a3-46a2-9ea4-f8892dc1bb80" providerId="ADAL" clId="{E23148B1-04F4-462C-8E34-22C0E19B29CD}" dt="2026-03-23T15:19:06.240" v="64" actId="1076"/>
          <ac:spMkLst>
            <pc:docMk/>
            <pc:sldMk cId="0" sldId="256"/>
            <ac:spMk id="39" creationId="{00000000-0000-0000-0000-000000000000}"/>
          </ac:spMkLst>
        </pc:spChg>
        <pc:spChg chg="mod">
          <ac:chgData name="Arpan Acharya" userId="df9cddfc-01a3-46a2-9ea4-f8892dc1bb80" providerId="ADAL" clId="{E23148B1-04F4-462C-8E34-22C0E19B29CD}" dt="2026-03-23T11:39:09.704" v="51" actId="403"/>
          <ac:spMkLst>
            <pc:docMk/>
            <pc:sldMk cId="0" sldId="256"/>
            <ac:spMk id="40" creationId="{00000000-0000-0000-0000-000000000000}"/>
          </ac:spMkLst>
        </pc:spChg>
        <pc:spChg chg="del mod">
          <ac:chgData name="Arpan Acharya" userId="df9cddfc-01a3-46a2-9ea4-f8892dc1bb80" providerId="ADAL" clId="{E23148B1-04F4-462C-8E34-22C0E19B29CD}" dt="2026-03-23T15:19:36.582" v="72" actId="478"/>
          <ac:spMkLst>
            <pc:docMk/>
            <pc:sldMk cId="0" sldId="256"/>
            <ac:spMk id="41" creationId="{00000000-0000-0000-0000-000000000000}"/>
          </ac:spMkLst>
        </pc:spChg>
        <pc:grpChg chg="mod">
          <ac:chgData name="Arpan Acharya" userId="df9cddfc-01a3-46a2-9ea4-f8892dc1bb80" providerId="ADAL" clId="{E23148B1-04F4-462C-8E34-22C0E19B29CD}" dt="2026-03-24T04:40:18.273" v="99" actId="1076"/>
          <ac:grpSpMkLst>
            <pc:docMk/>
            <pc:sldMk cId="0" sldId="256"/>
            <ac:grpSpMk id="42" creationId="{67E56AA1-EE86-40D0-AAB2-7119DF6BE96E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8977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67E56AA1-EE86-40D0-AAB2-7119DF6BE96E}"/>
              </a:ext>
            </a:extLst>
          </p:cNvPr>
          <p:cNvGrpSpPr/>
          <p:nvPr/>
        </p:nvGrpSpPr>
        <p:grpSpPr>
          <a:xfrm>
            <a:off x="-83127" y="-109683"/>
            <a:ext cx="12188952" cy="6635979"/>
            <a:chOff x="0" y="281480"/>
            <a:chExt cx="12188952" cy="6635979"/>
          </a:xfrm>
        </p:grpSpPr>
        <p:sp>
          <p:nvSpPr>
            <p:cNvPr id="2" name="Text 0"/>
            <p:cNvSpPr/>
            <p:nvPr/>
          </p:nvSpPr>
          <p:spPr>
            <a:xfrm>
              <a:off x="0" y="281480"/>
              <a:ext cx="1218895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B2A3D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Analytical Framework</a:t>
              </a:r>
              <a:endParaRPr lang="en-US" sz="2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167640" y="728000"/>
              <a:ext cx="11887200" cy="2560320"/>
            </a:xfrm>
            <a:prstGeom prst="roundRect">
              <a:avLst>
                <a:gd name="adj" fmla="val 3571"/>
              </a:avLst>
            </a:prstGeom>
            <a:solidFill>
              <a:srgbClr val="EDF2F8"/>
            </a:solidFill>
            <a:ln w="12700">
              <a:solidFill>
                <a:srgbClr val="B8CCDF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137160" y="677488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i="1" dirty="0">
                  <a:solidFill>
                    <a:srgbClr val="2E5A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STEP 1: Market &amp; Consumption</a:t>
              </a:r>
              <a:endParaRPr lang="en-US" sz="105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167640" y="3334674"/>
              <a:ext cx="11887200" cy="1554480"/>
            </a:xfrm>
            <a:prstGeom prst="roundRect">
              <a:avLst>
                <a:gd name="adj" fmla="val 5882"/>
              </a:avLst>
            </a:prstGeom>
            <a:solidFill>
              <a:srgbClr val="FBF2EF"/>
            </a:solidFill>
            <a:ln w="12700">
              <a:solidFill>
                <a:srgbClr val="E8CFC5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114300" y="330431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i="1" dirty="0">
                  <a:solidFill>
                    <a:srgbClr val="C472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STEP 2: Body Weight &amp; BMI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190500" y="4997219"/>
              <a:ext cx="11887200" cy="1920240"/>
            </a:xfrm>
            <a:prstGeom prst="roundRect">
              <a:avLst>
                <a:gd name="adj" fmla="val 4762"/>
              </a:avLst>
            </a:prstGeom>
            <a:solidFill>
              <a:srgbClr val="EDF8F4"/>
            </a:solidFill>
            <a:ln w="12700">
              <a:solidFill>
                <a:srgbClr val="B8DDD0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167640" y="4921135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i="1" dirty="0">
                  <a:solidFill>
                    <a:srgbClr val="1D9E7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STEP 3: Health &amp; Fiscal Outcomes</a:t>
              </a:r>
              <a:endParaRPr lang="en-US" sz="105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1371600" y="1005840"/>
              <a:ext cx="3200400" cy="41148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9050">
              <a:solidFill>
                <a:srgbClr val="1B2A3D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1371600" y="1005840"/>
              <a:ext cx="320040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1B2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Baseline SSB consumption</a:t>
              </a:r>
              <a:endParaRPr lang="en-US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1371600" y="1737360"/>
              <a:ext cx="3200400" cy="411480"/>
            </a:xfrm>
            <a:prstGeom prst="roundRect">
              <a:avLst>
                <a:gd name="adj" fmla="val 11111"/>
              </a:avLst>
            </a:prstGeom>
            <a:solidFill>
              <a:srgbClr val="E5F5EE"/>
            </a:solidFill>
            <a:ln w="19050">
              <a:solidFill>
                <a:srgbClr val="1D9E75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371600" y="1737360"/>
              <a:ext cx="3200400" cy="4114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1B2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Change in SSB consumption</a:t>
              </a:r>
              <a:endParaRPr lang="en-US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371600" y="2468880"/>
              <a:ext cx="3200400" cy="411480"/>
            </a:xfrm>
            <a:prstGeom prst="roundRect">
              <a:avLst>
                <a:gd name="adj" fmla="val 11111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1371600" y="2468880"/>
              <a:ext cx="320040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1B2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Change in calorie intake</a:t>
              </a:r>
              <a:endParaRPr lang="en-US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1371600" y="3566160"/>
              <a:ext cx="3200400" cy="411480"/>
            </a:xfrm>
            <a:prstGeom prst="roundRect">
              <a:avLst>
                <a:gd name="adj" fmla="val 11111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1371600" y="3535217"/>
              <a:ext cx="320040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1B2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Change in body weight</a:t>
              </a:r>
              <a:endParaRPr lang="en-US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1371600" y="4297680"/>
              <a:ext cx="3200400" cy="457200"/>
            </a:xfrm>
            <a:prstGeom prst="roundRect">
              <a:avLst>
                <a:gd name="adj" fmla="val 10000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1371600" y="4251960"/>
              <a:ext cx="32004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B2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Change in overweight &amp;</a:t>
              </a:r>
              <a:endParaRPr lang="en-US" sz="1600" dirty="0"/>
            </a:p>
            <a:p>
              <a:pPr marL="0" indent="0" algn="ctr">
                <a:buNone/>
              </a:pPr>
              <a:r>
                <a:rPr lang="en-US" sz="1600" b="1" dirty="0">
                  <a:solidFill>
                    <a:srgbClr val="1B2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obesity prevalence</a:t>
              </a:r>
              <a:endParaRPr lang="en-US" sz="16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1097280" y="5303520"/>
              <a:ext cx="3657600" cy="54864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25400">
              <a:solidFill>
                <a:srgbClr val="1B2A3D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1097280" y="5303520"/>
              <a:ext cx="36576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B2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Change in T2DM, IHD &amp; Stroke</a:t>
              </a:r>
              <a:endParaRPr lang="en-US" sz="1600" dirty="0"/>
            </a:p>
            <a:p>
              <a:pPr marL="0" indent="0" algn="ctr">
                <a:buNone/>
              </a:pPr>
              <a:r>
                <a:rPr lang="en-US" sz="1600" b="1" dirty="0">
                  <a:solidFill>
                    <a:srgbClr val="1B2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incidence and estimated deaths</a:t>
              </a:r>
              <a:endParaRPr lang="en-US" sz="16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1371600" y="6217920"/>
              <a:ext cx="3200400" cy="411480"/>
            </a:xfrm>
            <a:prstGeom prst="roundRect">
              <a:avLst>
                <a:gd name="adj" fmla="val 11111"/>
              </a:avLst>
            </a:prstGeom>
            <a:solidFill>
              <a:schemeClr val="bg1"/>
            </a:solidFill>
            <a:ln w="254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1371600" y="6217920"/>
              <a:ext cx="320040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1B2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Change in DALYs</a:t>
              </a:r>
              <a:endParaRPr lang="en-US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7315200" y="1005840"/>
              <a:ext cx="3200400" cy="411480"/>
            </a:xfrm>
            <a:prstGeom prst="roundRect">
              <a:avLst>
                <a:gd name="adj" fmla="val 11111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7315200" y="1005840"/>
              <a:ext cx="320040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1B2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SSB tax</a:t>
              </a:r>
              <a:endParaRPr lang="en-US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7315200" y="1737360"/>
              <a:ext cx="3200400" cy="411480"/>
            </a:xfrm>
            <a:prstGeom prst="roundRect">
              <a:avLst>
                <a:gd name="adj" fmla="val 11111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7315200" y="1737360"/>
              <a:ext cx="320040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1B2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Change in SSB retail price</a:t>
              </a:r>
              <a:endParaRPr lang="en-US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7315200" y="5303520"/>
              <a:ext cx="3200400" cy="502920"/>
            </a:xfrm>
            <a:prstGeom prst="roundRect">
              <a:avLst>
                <a:gd name="adj" fmla="val 9091"/>
              </a:avLst>
            </a:prstGeom>
            <a:solidFill>
              <a:srgbClr val="EDF2F8"/>
            </a:solidFill>
            <a:ln w="25400">
              <a:solidFill>
                <a:srgbClr val="2E5A88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7315200" y="5303520"/>
              <a:ext cx="3200400" cy="5029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B2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Change in government</a:t>
              </a:r>
              <a:endParaRPr lang="en-US" sz="1600" dirty="0"/>
            </a:p>
            <a:p>
              <a:pPr marL="0" indent="0" algn="ctr">
                <a:buNone/>
              </a:pPr>
              <a:r>
                <a:rPr lang="en-US" sz="1600" b="1" dirty="0">
                  <a:solidFill>
                    <a:srgbClr val="1B2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tax revenue</a:t>
              </a:r>
              <a:endParaRPr lang="en-US" sz="16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2971800" y="1417320"/>
              <a:ext cx="0" cy="320040"/>
            </a:xfrm>
            <a:prstGeom prst="line">
              <a:avLst/>
            </a:prstGeom>
            <a:noFill/>
            <a:ln w="19050">
              <a:solidFill>
                <a:srgbClr val="777777"/>
              </a:solidFill>
              <a:prstDash val="solid"/>
              <a:tailEnd type="triangle"/>
            </a:ln>
          </p:spPr>
        </p:sp>
        <p:sp>
          <p:nvSpPr>
            <p:cNvPr id="30" name="Shape 28"/>
            <p:cNvSpPr/>
            <p:nvPr/>
          </p:nvSpPr>
          <p:spPr>
            <a:xfrm>
              <a:off x="2971800" y="2148840"/>
              <a:ext cx="0" cy="320040"/>
            </a:xfrm>
            <a:prstGeom prst="line">
              <a:avLst/>
            </a:prstGeom>
            <a:noFill/>
            <a:ln w="19050">
              <a:solidFill>
                <a:srgbClr val="777777"/>
              </a:solidFill>
              <a:prstDash val="solid"/>
              <a:tailEnd type="triangle"/>
            </a:ln>
          </p:spPr>
        </p:sp>
        <p:sp>
          <p:nvSpPr>
            <p:cNvPr id="31" name="Shape 29"/>
            <p:cNvSpPr/>
            <p:nvPr/>
          </p:nvSpPr>
          <p:spPr>
            <a:xfrm>
              <a:off x="2971800" y="2880360"/>
              <a:ext cx="0" cy="685800"/>
            </a:xfrm>
            <a:prstGeom prst="line">
              <a:avLst/>
            </a:prstGeom>
            <a:noFill/>
            <a:ln w="19050">
              <a:solidFill>
                <a:srgbClr val="777777"/>
              </a:solidFill>
              <a:prstDash val="solid"/>
              <a:tailEnd type="triangle"/>
            </a:ln>
          </p:spPr>
        </p:sp>
        <p:sp>
          <p:nvSpPr>
            <p:cNvPr id="32" name="Shape 30"/>
            <p:cNvSpPr/>
            <p:nvPr/>
          </p:nvSpPr>
          <p:spPr>
            <a:xfrm>
              <a:off x="2971800" y="3977640"/>
              <a:ext cx="0" cy="320040"/>
            </a:xfrm>
            <a:prstGeom prst="line">
              <a:avLst/>
            </a:prstGeom>
            <a:noFill/>
            <a:ln w="19050">
              <a:solidFill>
                <a:srgbClr val="777777"/>
              </a:solidFill>
              <a:prstDash val="solid"/>
              <a:tailEnd type="triangle"/>
            </a:ln>
          </p:spPr>
        </p:sp>
        <p:sp>
          <p:nvSpPr>
            <p:cNvPr id="33" name="Shape 31"/>
            <p:cNvSpPr/>
            <p:nvPr/>
          </p:nvSpPr>
          <p:spPr>
            <a:xfrm>
              <a:off x="2971800" y="4754880"/>
              <a:ext cx="0" cy="548640"/>
            </a:xfrm>
            <a:prstGeom prst="line">
              <a:avLst/>
            </a:prstGeom>
            <a:noFill/>
            <a:ln w="19050">
              <a:solidFill>
                <a:srgbClr val="777777"/>
              </a:solidFill>
              <a:prstDash val="solid"/>
              <a:tailEnd type="triangle"/>
            </a:ln>
          </p:spPr>
        </p:sp>
        <p:sp>
          <p:nvSpPr>
            <p:cNvPr id="34" name="Shape 32"/>
            <p:cNvSpPr/>
            <p:nvPr/>
          </p:nvSpPr>
          <p:spPr>
            <a:xfrm>
              <a:off x="2971800" y="5852160"/>
              <a:ext cx="0" cy="365760"/>
            </a:xfrm>
            <a:prstGeom prst="line">
              <a:avLst/>
            </a:prstGeom>
            <a:noFill/>
            <a:ln w="19050">
              <a:solidFill>
                <a:srgbClr val="777777"/>
              </a:solidFill>
              <a:prstDash val="solid"/>
              <a:tailEnd type="triangle"/>
            </a:ln>
          </p:spPr>
        </p:sp>
        <p:sp>
          <p:nvSpPr>
            <p:cNvPr id="35" name="Shape 33"/>
            <p:cNvSpPr/>
            <p:nvPr/>
          </p:nvSpPr>
          <p:spPr>
            <a:xfrm>
              <a:off x="8915400" y="1417320"/>
              <a:ext cx="0" cy="320040"/>
            </a:xfrm>
            <a:prstGeom prst="line">
              <a:avLst/>
            </a:prstGeom>
            <a:noFill/>
            <a:ln w="19050">
              <a:solidFill>
                <a:srgbClr val="2E5A88"/>
              </a:solidFill>
              <a:prstDash val="solid"/>
              <a:tailEnd type="triangle"/>
            </a:ln>
          </p:spPr>
        </p:sp>
        <p:sp>
          <p:nvSpPr>
            <p:cNvPr id="36" name="Shape 34"/>
            <p:cNvSpPr/>
            <p:nvPr/>
          </p:nvSpPr>
          <p:spPr>
            <a:xfrm>
              <a:off x="8915400" y="2148840"/>
              <a:ext cx="0" cy="3154680"/>
            </a:xfrm>
            <a:prstGeom prst="line">
              <a:avLst/>
            </a:prstGeom>
            <a:noFill/>
            <a:ln w="19050">
              <a:solidFill>
                <a:srgbClr val="2E5A88"/>
              </a:solidFill>
              <a:prstDash val="solid"/>
              <a:tailEnd type="triangle"/>
            </a:ln>
          </p:spPr>
        </p:sp>
        <p:sp>
          <p:nvSpPr>
            <p:cNvPr id="37" name="Shape 35"/>
            <p:cNvSpPr/>
            <p:nvPr/>
          </p:nvSpPr>
          <p:spPr>
            <a:xfrm>
              <a:off x="4587260" y="2110697"/>
              <a:ext cx="2712678" cy="3154679"/>
            </a:xfrm>
            <a:prstGeom prst="line">
              <a:avLst/>
            </a:prstGeom>
            <a:noFill/>
            <a:ln w="19050">
              <a:solidFill>
                <a:srgbClr val="1D9E75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" name="Shape 36"/>
            <p:cNvSpPr/>
            <p:nvPr/>
          </p:nvSpPr>
          <p:spPr>
            <a:xfrm flipV="1">
              <a:off x="4572000" y="1917354"/>
              <a:ext cx="2727940" cy="19071"/>
            </a:xfrm>
            <a:prstGeom prst="line">
              <a:avLst/>
            </a:prstGeom>
            <a:noFill/>
            <a:ln w="25400">
              <a:solidFill>
                <a:srgbClr val="1D9E75"/>
              </a:solidFill>
              <a:prstDash val="solid"/>
              <a:headEnd type="triangle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5029200" y="1948896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i="1" dirty="0">
                  <a:solidFill>
                    <a:srgbClr val="1D9E7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price elasticity</a:t>
              </a:r>
              <a:endParaRPr lang="en-US" sz="14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8661862" y="1463040"/>
              <a:ext cx="22860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i="1" dirty="0">
                  <a:solidFill>
                    <a:srgbClr val="2E5A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Tax pass-through rates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75</Words>
  <Application>Microsoft Office PowerPoint</Application>
  <PresentationFormat>Widescreen</PresentationFormat>
  <Paragraphs>20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Georgia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Arpan</cp:lastModifiedBy>
  <cp:revision>6</cp:revision>
  <dcterms:created xsi:type="dcterms:W3CDTF">2026-03-23T05:36:37Z</dcterms:created>
  <dcterms:modified xsi:type="dcterms:W3CDTF">2026-03-24T04:41:39Z</dcterms:modified>
</cp:coreProperties>
</file>